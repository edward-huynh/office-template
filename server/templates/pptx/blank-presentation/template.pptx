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36576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3600" dirty="0"/>
          </a:p>
        </p:txBody>
      </p:sp>
      <p:sp>
        <p:nvSpPr>
          <p:cNvPr id="3" name="Content"/>
          <p:cNvSpPr/>
          <p:nvPr/>
        </p:nvSpPr>
        <p:spPr>
          <a:xfrm>
            <a:off x="548640" y="1554480"/>
            <a:ext cx="80467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Blank presentation</dc:title>
  <dc:subject>One empty title-and-content slide to start building.</dc:subject>
  <dc:creator>Office Template Library</dc:creator>
  <cp:lastModifiedBy>Office Template Library</cp:lastModifiedBy>
  <cp:revision>1</cp:revision>
  <dcterms:created xsi:type="dcterms:W3CDTF">2026-10-29T16:28:47Z</dcterms:created>
  <dcterms:modified xsi:type="dcterms:W3CDTF">2026-10-29T16:28:47Z</dcterms:modified>
</cp:coreProperties>
</file>