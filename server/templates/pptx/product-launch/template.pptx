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D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Launch Plan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4A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[Product name]  |  Launch date [Date]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D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goals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1097280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4592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2E1A47"/>
          </a:solidFill>
          <a:ln w="12700">
            <a:solidFill>
              <a:srgbClr val="2E1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A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64592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2E1A47"/>
          </a:solidFill>
          <a:ln w="12700">
            <a:solidFill>
              <a:srgbClr val="2E1A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2103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91840" y="3017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A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64592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2E1A47"/>
          </a:solidFill>
          <a:ln w="12700">
            <a:solidFill>
              <a:srgbClr val="2E1A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21031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035040" y="30175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A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mentions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D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and message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1097280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speak 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D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segment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D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segment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say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54880" y="196596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D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promise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D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proof points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D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1097280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D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Owned: email, site, product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D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Earned: press and community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FD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Paid: social and search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D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launch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4A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[Name]  |  Questions: [email]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Launch Plan</dc:title>
  <dc:subject>A bold deck for launch goals, audience, messaging, channels and timeline.</dc:subject>
  <dc:creator>Office Template Library</dc:creator>
  <cp:lastModifiedBy>Office Template Library</cp:lastModifiedBy>
  <cp:revision>1</cp:revision>
  <dcterms:created xsi:type="dcterms:W3CDTF">2026-10-29T16:28:46Z</dcterms:created>
  <dcterms:modified xsi:type="dcterms:W3CDTF">2026-10-29T16:28:46Z</dcterms:modified>
</cp:coreProperties>
</file>