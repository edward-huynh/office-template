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Business Review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Q[1] [Year]  |  [Team or department]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vs. plan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and misses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with a number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with a customer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fell short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9659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and its cause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and the fix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priorities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one and its owner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two and its owner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three and its owner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 |  [email]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Business Review</dc:title>
  <dc:subject>A clean light deck for results, highlights, lessons and next-quarter priorities.</dc:subject>
  <dc:creator>Office Template Library</dc:creator>
  <cp:lastModifiedBy>Office Template Library</cp:lastModifiedBy>
  <cp:revision>1</cp:revision>
  <dcterms:created xsi:type="dcterms:W3CDTF">2026-10-29T16:28:44Z</dcterms:created>
  <dcterms:modified xsi:type="dcterms:W3CDTF">2026-10-29T16:28:44Z</dcterms:modified>
</cp:coreProperties>
</file>