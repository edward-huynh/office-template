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Startup Name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that explains what you do and for whom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109728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experiences the problem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cope today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 them in time or money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109728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product idea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differentiator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96596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users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 advantage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109728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4592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64592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21031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91840" y="3017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64592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21031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035040" y="3017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109728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make money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and unit economics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channels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$0M to reach the next milestone  |  founder@startup.com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Pitch Deck</dc:title>
  <dc:subject>A dark, high-contrast investor pitch: problem, solution, traction and the ask.</dc:subject>
  <dc:creator>Office Template Library</dc:creator>
  <cp:lastModifiedBy>Office Template Library</cp:lastModifiedBy>
  <cp:revision>1</cp:revision>
  <dcterms:created xsi:type="dcterms:W3CDTF">2026-10-29T16:28:43Z</dcterms:created>
  <dcterms:modified xsi:type="dcterms:W3CDTF">2026-10-29T16:28:43Z</dcterms:modified>
</cp:coreProperties>
</file>