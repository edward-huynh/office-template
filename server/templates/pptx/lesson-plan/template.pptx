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Title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7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[Subject]  |  [Grade or level]  |  [Teacher]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can explain...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can apply...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can compare...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in plain words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example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659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see it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for ten minutes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3B2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7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  |  Homework: [task]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Plan</dc:title>
  <dc:subject>A warm, friendly deck for teaching a topic: goals, key ideas, practice and recap.</dc:subject>
  <dc:creator>Office Template Library</dc:creator>
  <cp:lastModifiedBy>Office Template Library</cp:lastModifiedBy>
  <cp:revision>1</cp:revision>
  <dcterms:created xsi:type="dcterms:W3CDTF">2026-10-29T16:28:45Z</dcterms:created>
  <dcterms:modified xsi:type="dcterms:W3CDTF">2026-10-29T16:28:45Z</dcterms:modified>
</cp:coreProperties>
</file>